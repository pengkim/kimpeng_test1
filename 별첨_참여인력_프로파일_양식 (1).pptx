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예정" userId="daaf116f-ef05-4519-92bc-265f2ad974f3" providerId="ADAL" clId="{4DB12573-0FFE-463C-9D1E-36C6661BABD6}"/>
    <pc:docChg chg="custSel modSld">
      <pc:chgData name="박예정" userId="daaf116f-ef05-4519-92bc-265f2ad974f3" providerId="ADAL" clId="{4DB12573-0FFE-463C-9D1E-36C6661BABD6}" dt="2026-07-14T07:24:41.582" v="295" actId="1076"/>
      <pc:docMkLst>
        <pc:docMk/>
      </pc:docMkLst>
      <pc:sldChg chg="modSp mod">
        <pc:chgData name="박예정" userId="daaf116f-ef05-4519-92bc-265f2ad974f3" providerId="ADAL" clId="{4DB12573-0FFE-463C-9D1E-36C6661BABD6}" dt="2026-07-14T07:24:41.582" v="295" actId="1076"/>
        <pc:sldMkLst>
          <pc:docMk/>
          <pc:sldMk cId="0" sldId="258"/>
        </pc:sldMkLst>
        <pc:spChg chg="mod">
          <ac:chgData name="박예정" userId="daaf116f-ef05-4519-92bc-265f2ad974f3" providerId="ADAL" clId="{4DB12573-0FFE-463C-9D1E-36C6661BABD6}" dt="2026-07-14T07:22:58.415" v="178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박예정" userId="daaf116f-ef05-4519-92bc-265f2ad974f3" providerId="ADAL" clId="{4DB12573-0FFE-463C-9D1E-36C6661BABD6}" dt="2026-07-14T07:24:41.582" v="295" actId="1076"/>
          <ac:spMkLst>
            <pc:docMk/>
            <pc:sldMk cId="0" sldId="258"/>
            <ac:spMk id="14" creationId="{00000000-0000-0000-0000-000000000000}"/>
          </ac:spMkLst>
        </pc:spChg>
        <pc:graphicFrameChg chg="modGraphic">
          <ac:chgData name="박예정" userId="daaf116f-ef05-4519-92bc-265f2ad974f3" providerId="ADAL" clId="{4DB12573-0FFE-463C-9D1E-36C6661BABD6}" dt="2026-07-14T07:23:50.082" v="239" actId="20577"/>
          <ac:graphicFrameMkLst>
            <pc:docMk/>
            <pc:sldMk cId="0" sldId="258"/>
            <ac:graphicFrameMk id="6" creationId="{00000000-0000-0000-0000-000000000000}"/>
          </ac:graphicFrameMkLst>
        </pc:graphicFrameChg>
        <pc:graphicFrameChg chg="mod modGraphic">
          <ac:chgData name="박예정" userId="daaf116f-ef05-4519-92bc-265f2ad974f3" providerId="ADAL" clId="{4DB12573-0FFE-463C-9D1E-36C6661BABD6}" dt="2026-07-14T07:24:38.244" v="294" actId="20577"/>
          <ac:graphicFrameMkLst>
            <pc:docMk/>
            <pc:sldMk cId="0" sldId="258"/>
            <ac:graphicFrameMk id="8" creationId="{00000000-0000-0000-0000-000000000000}"/>
          </ac:graphicFrameMkLst>
        </pc:graphicFrameChg>
        <pc:graphicFrameChg chg="mod">
          <ac:chgData name="박예정" userId="daaf116f-ef05-4519-92bc-265f2ad974f3" providerId="ADAL" clId="{4DB12573-0FFE-463C-9D1E-36C6661BABD6}" dt="2026-07-14T07:24:04.488" v="241" actId="1076"/>
          <ac:graphicFrameMkLst>
            <pc:docMk/>
            <pc:sldMk cId="0" sldId="258"/>
            <ac:graphicFrameMk id="10" creationId="{00000000-0000-0000-0000-000000000000}"/>
          </ac:graphicFrameMkLst>
        </pc:graphicFrameChg>
        <pc:graphicFrameChg chg="mod">
          <ac:chgData name="박예정" userId="daaf116f-ef05-4519-92bc-265f2ad974f3" providerId="ADAL" clId="{4DB12573-0FFE-463C-9D1E-36C6661BABD6}" dt="2026-07-14T07:23:11.880" v="181" actId="1076"/>
          <ac:graphicFrameMkLst>
            <pc:docMk/>
            <pc:sldMk cId="0" sldId="258"/>
            <ac:graphicFrameMk id="1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21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5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F355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</a:rPr>
              <a:t>[ 별첨 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3557"/>
                </a:solidFill>
              </a:rPr>
              <a:t>참여인력 프로파일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3333"/>
                </a:solidFill>
              </a:rPr>
              <a:t>'26년 App/Web/Call/Agent 테스트용역 제안서  |  ㈜에이아이웍스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7863840" cy="960120"/>
          </a:xfrm>
          <a:prstGeom prst="roundRect">
            <a:avLst>
              <a:gd name="adj" fmla="val 5714"/>
            </a:avLst>
          </a:prstGeom>
          <a:solidFill>
            <a:srgbClr val="F2F3F5"/>
          </a:solidFill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24128" y="43891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F3557"/>
                </a:solidFill>
              </a:rPr>
              <a:t>구성 안내
</a:t>
            </a:r>
            <a:r>
              <a:rPr lang="en-US" sz="1100" dirty="0">
                <a:solidFill>
                  <a:srgbClr val="333333"/>
                </a:solidFill>
              </a:rPr>
              <a:t>① 참여인력 총괄표 (RFP 수행요건 충족 현황 포함)   ② PM/PL급 대표 프로파일 (2~3명)  —  실 투입 인력 프로파일은 인력 요청 시 개별 제출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557"/>
                </a:solidFill>
              </a:rPr>
              <a:t>별첨</a:t>
            </a:r>
            <a:r>
              <a:rPr lang="en-US" sz="1500" b="1" dirty="0">
                <a:solidFill>
                  <a:srgbClr val="1F3557"/>
                </a:solidFill>
              </a:rPr>
              <a:t>   |   참여인력 프로파일   </a:t>
            </a:r>
            <a:r>
              <a:rPr lang="en-US" sz="1200" dirty="0">
                <a:solidFill>
                  <a:srgbClr val="808080"/>
                </a:solidFill>
              </a:rPr>
              <a:t>1. 참여인력 총괄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48472" y="256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</a:rPr>
              <a:t>App/Web/Call/Agent 테스트용역  </a:t>
            </a:r>
            <a:r>
              <a:rPr lang="en-US" sz="1000" b="1" dirty="0">
                <a:solidFill>
                  <a:srgbClr val="FFFFFF"/>
                </a:solidFill>
              </a:rPr>
              <a:t> 제안서 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25400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DEEBF7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F3557"/>
                </a:solidFill>
              </a:rPr>
              <a:t>검증 수행자격 요건 (RFP)  —  전 참여인력 공통 충족 기준입니다. 요건 미충족 인력은 본 명단에 포함하지 않습니다.
</a:t>
            </a:r>
            <a:r>
              <a:rPr lang="en-US" sz="1050" dirty="0">
                <a:solidFill>
                  <a:srgbClr val="333333"/>
                </a:solidFill>
              </a:rPr>
              <a:t>① 품질 Testing 자격   ② QA Process · Milestone별 검증 경험   ③ 디바이스 · OS 지식 (AOS/iOS/Win/MAC · AI)   ④ TC 작성 · 관리 · 개선 · 수행   ⑤ VOC 현상 분석 · 재현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557"/>
                </a:solidFill>
              </a:rPr>
              <a:t>제안 인력 요약  (등급은 KOSA 분류 기준 준용, PM/PL급 상세 이력은 대표 프로파일 참조)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48256"/>
          <a:ext cx="11091672" cy="362102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 경력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자격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도메인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가능 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홍길동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 (테스트 리더)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ISTQB CTAL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통신 App/Web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즉시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760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08080"/>
                </a:solidFill>
              </a:rPr>
              <a:t>※ 1행은 작성 예시입니다. 예시 행을 교체하고 인원 수에 맞게 행을 추가하십시오. 등급: 특급/고급/중급/초급  ·  실 투입 인력의 개별 프로파일은 인력 요청 시 제출하며, 고객 검토 · 승인 후 투입합니다.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F3557"/>
                </a:solidFill>
              </a:rPr>
              <a:t>요약  |  </a:t>
            </a:r>
            <a:r>
              <a:rPr lang="en-US" sz="1200" b="1" dirty="0">
                <a:solidFill>
                  <a:srgbClr val="BF6000"/>
                </a:solidFill>
              </a:rPr>
              <a:t>총 [N]명  —  특급 [N] · 고급 [N] · 중급 [N] · 초급 [N]   /   테스트 엔지니어 [N] · 자동화 엔지니어 [N] (겸임 포함)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6473952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48640" y="65105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Copyright 2026. AIWORKX, All rights reserved.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725912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별첨-1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557"/>
                </a:solidFill>
              </a:rPr>
              <a:t>별첨</a:t>
            </a:r>
            <a:r>
              <a:rPr lang="en-US" sz="1500" b="1" dirty="0">
                <a:solidFill>
                  <a:srgbClr val="1F3557"/>
                </a:solidFill>
              </a:rPr>
              <a:t>   |   참여인력 프로파일   </a:t>
            </a:r>
            <a:r>
              <a:rPr lang="en-US" sz="1200" dirty="0">
                <a:solidFill>
                  <a:srgbClr val="808080"/>
                </a:solidFill>
              </a:rPr>
              <a:t>2. PM/PL급 대표 프로파일 (1인 1장 — 3~4명 작성)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348472" y="256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</a:rPr>
              <a:t>App/Web/Call/Agent 테스트용역  </a:t>
            </a:r>
            <a:r>
              <a:rPr lang="en-US" sz="1000" b="1" dirty="0">
                <a:solidFill>
                  <a:srgbClr val="FFFFFF"/>
                </a:solidFill>
              </a:rPr>
              <a:t> 제안서 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12188952" cy="0"/>
          </a:xfrm>
          <a:prstGeom prst="line">
            <a:avLst/>
          </a:prstGeom>
          <a:noFill/>
          <a:ln w="25400">
            <a:solidFill>
              <a:srgbClr val="1F355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557"/>
                </a:solidFill>
              </a:rPr>
              <a:t>기본 정보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541512"/>
              </p:ext>
            </p:extLst>
          </p:nvPr>
        </p:nvGraphicFramePr>
        <p:xfrm>
          <a:off x="548640" y="1207008"/>
          <a:ext cx="11091672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박예정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 (KOSA)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중급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자동화 엔지니어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 QA 경력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년 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r>
                        <a:rPr lang="ko-KR" alt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개월 </a:t>
                      </a: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(총 경력 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년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r>
                        <a:rPr lang="ko-KR" alt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개월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학력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평택대학교 융합소프트웨어 </a:t>
                      </a: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학사 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ko-KR" alt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’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투입 가능 시기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즉시 / 'NN년 NN월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자격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ISTQB CTFL(’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26)</a:t>
                      </a: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· 정보처리기사(‘</a:t>
                      </a:r>
                      <a:r>
                        <a:rPr lang="en-US" altLang="ko-KR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557"/>
                </a:solidFill>
              </a:rPr>
              <a:t>검증 수행자격 요건 보유 현황 (RFP 기술 요구사항 대응)</a:t>
            </a:r>
            <a:endParaRPr lang="en-US" sz="125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1537888"/>
              </p:ext>
            </p:extLst>
          </p:nvPr>
        </p:nvGraphicFramePr>
        <p:xfrm>
          <a:off x="502920" y="2990089"/>
          <a:ext cx="5394960" cy="19202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Testing 자격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보유 — ISTQB CTFL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QA Process · Milestone별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디바이스 · OS (AOS/iOS/Win/MAC · AI)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TC 작성 · 관리 · 개선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 기반 TC 설계 · 리뷰 · 추적성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VOC 현상 분석 · 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VOC 재현 · 분석 · 재검증 수행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45352" y="2743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557"/>
                </a:solidFill>
              </a:rPr>
              <a:t>보유 스킬 · 도구</a:t>
            </a:r>
            <a:endParaRPr lang="en-US" sz="12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797228"/>
              </p:ext>
            </p:extLst>
          </p:nvPr>
        </p:nvGraphicFramePr>
        <p:xfrm>
          <a:off x="6264402" y="3208035"/>
          <a:ext cx="539496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Jira · Confluence · TestRail · Figma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Q-One · Appium · Selenium · Postman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Agent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AgentRigor · LLM Judge 평가 · HITL 검수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35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· SQL · Git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48640" y="4956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3557"/>
                </a:solidFill>
              </a:rPr>
              <a:t>주요 프로젝트 이력 (최근 순, 유사 도메인 우선)</a:t>
            </a:r>
            <a:endParaRPr lang="en-US" sz="1250" dirty="0"/>
          </a:p>
        </p:txBody>
      </p:sp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129700"/>
              </p:ext>
            </p:extLst>
          </p:nvPr>
        </p:nvGraphicFramePr>
        <p:xfrm>
          <a:off x="850392" y="5196601"/>
          <a:ext cx="11091672" cy="117043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프로젝트 (발주처 익명화 규칙 준용)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수행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2025.08 ~ 현재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이동통신사 A사 멤버십 서비스 자동화 QA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엔지니어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F6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Hybrid QA · 데일리 자동 실행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02920" y="52120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/>
          <p:nvPr/>
        </p:nvSpPr>
        <p:spPr>
          <a:xfrm>
            <a:off x="1223586" y="644215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08080"/>
                </a:solidFill>
              </a:rPr>
              <a:t>Copyright 2026. AIWORKX, All rights reserved.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10725912" y="6510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08080"/>
                </a:solidFill>
              </a:rPr>
              <a:t>별첨-2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566</Words>
  <Application>Microsoft Office PowerPoint</Application>
  <PresentationFormat>와이드스크린</PresentationFormat>
  <Paragraphs>88</Paragraphs>
  <Slides>3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박예정</cp:lastModifiedBy>
  <cp:revision>3</cp:revision>
  <dcterms:created xsi:type="dcterms:W3CDTF">2026-07-14T06:08:06Z</dcterms:created>
  <dcterms:modified xsi:type="dcterms:W3CDTF">2026-07-14T07:24:45Z</dcterms:modified>
</cp:coreProperties>
</file>